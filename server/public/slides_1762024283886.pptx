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3366"/>
                </a:solidFill>
              </a:rPr>
              <a:t>Backend Development Essentials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Introduction to Backend Development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5A5"/>
                </a:solidFill>
              </a:rPr>
              <a:t>What is Backend Development?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Backend development, also known as server-side development, is the part of the software development process that deals with the server, application logic, and databases. It's the 'behind-the-scenes' work that makes a website or application function correctly.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6858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</a:rPr>
              <a:t>Server-side logic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Database management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API development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Application architecture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Generated by AI Slide Generator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Key Responsibilities of a Backend Developer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5A5"/>
                </a:solidFill>
              </a:rPr>
              <a:t>Core Duties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Backend developers are responsible for building and maintaining the core logic of applications, ensuring data integrity, and creating robust APIs that allow the frontend to interact with the server.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68580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</a:rPr>
              <a:t>Writing server-side code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Managing databases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Developing APIs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Ensuring security and scalability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Troubleshooting and debugging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Generated by AI Slide Generator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Popular Backend Programming Languages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5A5"/>
                </a:solidFill>
              </a:rPr>
              <a:t>Language Choices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The choice of programming language significantly impacts the development process, performance, and scalability of an application. Each language has its strengths and is suited for different types of projects.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68580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</a:rPr>
              <a:t>Python (Django, Flask)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JavaScript (Node.js)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Java (Spring)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Ruby (Ruby on Rails)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Go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Generated by AI Slide Generator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Understanding Databases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5A5"/>
                </a:solidFill>
              </a:rPr>
              <a:t>Data Storage and Management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Databases are fundamental to backend development, providing a structured way to store, retrieve, and manage application data. Choosing the right database type is crucial for performance and scalability.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68580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</a:rPr>
              <a:t>Relational Databases (SQL)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NoSQL Databases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Database Design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Querying and Optimization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Data Integrity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Generated by AI Slide Generator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APIs: The Communication Bridge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5A5"/>
                </a:solidFill>
              </a:rPr>
              <a:t>Application Programming Interfaces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APIs act as intermediaries, allowing different software applications to communicate with each other. In backend development, APIs are essential for connecting the server-side logic with the frontend or other services.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68580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</a:rPr>
              <a:t>RESTful APIs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GraphQL APIs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API Design Principles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Authentication and Authorization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API Documentation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Generated by AI Slide Generator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Server Management and Deployment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5A5"/>
                </a:solidFill>
              </a:rPr>
              <a:t>Getting Your Application Online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Once developed, backend applications need to be deployed on servers to be accessible to users. This involves managing server infrastructure, configuring environments, and ensuring smooth operation.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68580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</a:rPr>
              <a:t>Cloud Hosting (AWS, Azure, GCP)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Virtual Private Servers (VPS)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Containerization (Docker)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CI/CD Pipelines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Monitoring and Logging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Generated by AI Slide Generator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Security Best Practices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5A5"/>
                </a:solidFill>
              </a:rPr>
              <a:t>Protecting Your Application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Security is paramount in backend development. Developers must implement robust security measures to protect user data, prevent unauthorized access, and safeguard against common vulnerabilities.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68580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</a:rPr>
              <a:t>Input Validation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Secure Authentication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Data Encryption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Protection against SQL Injection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Regular Security Audits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Generated by AI Slide Generator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Scalability and Performance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5A5"/>
                </a:solidFill>
              </a:rPr>
              <a:t>Handling Growth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As applications grow in popularity, they need to handle an increasing number of users and requests. Backend developers focus on designing systems that can scale efficiently and maintain optimal performance.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68580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</a:rPr>
              <a:t>Load Balancing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Database Sharding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Caching Strategies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Asynchronous Processing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Code Optimization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Generated by AI Slide Generator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Testing and Debugging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5A5"/>
                </a:solidFill>
              </a:rPr>
              <a:t>Ensuring Quality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Thorough testing and effective debugging are critical for delivering reliable backend applications. Identifying and fixing bugs early in the development cycle saves time and resources.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68580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</a:rPr>
              <a:t>Unit Testing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Integration Testing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End-to-End Testing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Debugging Tools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Performance Testing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Generated by AI Slide Generator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3366"/>
                </a:solidFill>
              </a:rPr>
              <a:t>The Future of Backend Development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5A5"/>
                </a:solidFill>
              </a:rPr>
              <a:t>Emerging Trends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The backend landscape is constantly evolving with new technologies and approaches. Staying updated with these trends is essential for backend developers to remain competitive and build cutting-edge applications.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68580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</a:rPr>
              <a:t>Serverless Architectures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Microservices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GraphQL Adoption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AI/ML Integration</a:t>
            </a:r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11111"/>
                </a:solidFill>
              </a:rPr>
              <a:t>Edge Computing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Generated by AI Slide Generator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2025-11-01T19:11:23Z</dcterms:created>
  <dcterms:modified xsi:type="dcterms:W3CDTF">2025-11-01T19:11:23Z</dcterms:modified>
</cp:coreProperties>
</file>