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Introduction: The AI Revolution in Healthcare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Applications: Diagnostics and Drug Discovery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Applications: Personalized Medicine and Treatment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Benefits and Challenges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Future of AI in Healthcare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2025-11-01T18:35:32Z</dcterms:created>
  <dcterms:modified xsi:type="dcterms:W3CDTF">2025-11-01T18:35:32Z</dcterms:modified>
</cp:coreProperties>
</file>