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Welcome to the World of Football!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 Brief History: Roots of the Game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The Fundamental Rules: How to Play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Key Positions on the Field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Major Competitions: The Global Stage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Iconic Players: Legends of the Game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The Impact of Football: Beyond the Pitch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Tactics and Formations: The Art of Strategy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The Future of Football: Innovations and Trends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Thank You &amp; Questions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2025-11-01T18:45:25Z</dcterms:created>
  <dcterms:modified xsi:type="dcterms:W3CDTF">2025-11-01T18:45:25Z</dcterms:modified>
</cp:coreProperties>
</file>