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The Beautiful Game: An Introduction to Football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What is Football?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Played on a rectangular field with a goal at each end.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Governed by the Laws of the Game.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The Core Elements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The Ball: The heart of the game.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The Players: 11 per team, including a goalkeeper.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The Field: Marked with lines for boundaries and key areas.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The Goals: The ultimate target.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Basic Rules of Play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No Handballs (except for the goalkeeper in their penalty area).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Offside Rule: Preventing players from gaining an unfair advantage.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Fouls and Misconduct: Penalties for unfair play.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Throw-ins, Goal Kicks, Corner Kicks: Resuming play.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The Global Phenomenon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Most popular sport globally.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Major international tournaments like the FIFA World Cup.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Club leagues in virtually every country.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Economic and social influence.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Key Positions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Goalkeeper (GK): The last line of defense.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Defenders (DF): Protect the goal.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Midfielders (MF): Connect defense and attack.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Forwards (FW): Primarily responsible for scoring.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Skills of a Footballer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Dribbling: Keeping control of the ball.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Passing: Distributing the ball to teammates.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Shooting: Attempting to score goals.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Tackling: Winning the ball from an opponent.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Heading: Using the head to control or pass the ball.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Famous Tournaments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FIFA World Cup: The ultimate international prize.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UEFA Champions League: The top club competition in Europe.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Copa América: The premier international tournament in South America.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Domestic Leagues (e.g., Premier League, La Liga, Serie A).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The Excitement of the Game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Teamwork and strategy.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Individual brilliance and skill.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Unpredictability and drama.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Passion and community.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Get Involved!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Play with friends.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Join a local team.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Watch professional matches.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Support your favorite club.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Thank You &amp; Questions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2025-11-01T18:25:23Z</dcterms:created>
  <dcterms:modified xsi:type="dcterms:W3CDTF">2025-11-01T18:25:23Z</dcterms:modified>
</cp:coreProperties>
</file>