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AI in Healthcare: Transforming Patient Care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Enhanced Diagnostics &amp; Imaging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Personalized Medicine &amp; Drug Discovery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Operational Efficiency &amp; Patient Engagement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The Future of AI in Healthcare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2025-11-01T18:46:16Z</dcterms:created>
  <dcterms:modified xsi:type="dcterms:W3CDTF">2025-11-01T18:46:16Z</dcterms:modified>
</cp:coreProperties>
</file>