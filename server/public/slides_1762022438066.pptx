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AI in Healthcare: Revolutionizing Patient Care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Diagnostic Imaging &amp; Pathology: Sharpening the View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Drug Discovery &amp; Development: Accelerating Innovation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Personalized Medicine &amp; Treatment Planning: Tailoring Care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Future of AI in Healthcare: Challenges &amp; Opportunities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2025-11-01T18:40:38Z</dcterms:created>
  <dcterms:modified xsi:type="dcterms:W3CDTF">2025-11-01T18:40:38Z</dcterms:modified>
</cp:coreProperties>
</file>