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286000"/>
            <a:ext cx="8229600" cy="0"/>
          </a:xfrm>
          <a:prstGeom prst="rect">
            <a:avLst/>
          </a:prstGeom>
          <a:noFill/>
          <a:ln/>
        </p:spPr>
        <p:txBody>
          <a:bodyPr wrap="square" rtlCol="0" anchor="ctr"/>
          <a:lstStyle/>
          <a:p>
            <a:pPr algn="ctr" indent="0" marL="0">
              <a:buNone/>
            </a:pPr>
            <a:r>
              <a:rPr lang="en-US" sz="4000" b="1" dirty="0">
                <a:solidFill>
                  <a:srgbClr val="003366"/>
                </a:solidFill>
              </a:rPr>
              <a:t>AI in Healthcare</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AI in Healthcare: Revolutionizing Patient Care</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AI Healthcare: An Overview</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Artificial Intelligence (AI) is rapidly transforming the healthcare industry, offering innovative solutions to complex challenges. From diagnostics to drug discovery, AI is poised to enhance efficiency, accuracy, and patient outcomes.</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Improved diagnostic accuracy</a:t>
            </a:r>
            <a:pPr indent="0" marL="0">
              <a:lnSpc>
                <a:spcPts val="2000"/>
              </a:lnSpc>
              <a:buNone/>
            </a:pPr>
            <a:r>
              <a:rPr lang="en-US" sz="1600" dirty="0">
                <a:solidFill>
                  <a:srgbClr val="111111"/>
                </a:solidFill>
              </a:rPr>
              <a:t>Personalized treatment plans</a:t>
            </a:r>
            <a:pPr indent="0" marL="0">
              <a:lnSpc>
                <a:spcPts val="2000"/>
              </a:lnSpc>
              <a:buNone/>
            </a:pPr>
            <a:r>
              <a:rPr lang="en-US" sz="1600" dirty="0">
                <a:solidFill>
                  <a:srgbClr val="111111"/>
                </a:solidFill>
              </a:rPr>
              <a:t>Accelerated drug discovery</a:t>
            </a:r>
            <a:pPr indent="0" marL="0">
              <a:lnSpc>
                <a:spcPts val="2000"/>
              </a:lnSpc>
              <a:buNone/>
            </a:pPr>
            <a:r>
              <a:rPr lang="en-US" sz="1600" dirty="0">
                <a:solidFill>
                  <a:srgbClr val="111111"/>
                </a:solidFill>
              </a:rPr>
              <a:t>Enhanced operational efficiency</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AI for Diagnostics and Imaging</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AI Healthcare: Enhancing Diagnostic Capabilities</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AI algorithms excel at analyzing medical images, identifying subtle patterns that may be missed by the human eye. This leads to earlier and more accurate diagnoses for a wide range of conditions.</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Radiology: Detecting tumors and anomalies in X-rays, CT scans, and MRIs.</a:t>
            </a:r>
            <a:pPr indent="0" marL="0">
              <a:lnSpc>
                <a:spcPts val="2000"/>
              </a:lnSpc>
              <a:buNone/>
            </a:pPr>
            <a:r>
              <a:rPr lang="en-US" sz="1600" dirty="0">
                <a:solidFill>
                  <a:srgbClr val="111111"/>
                </a:solidFill>
              </a:rPr>
              <a:t>Pathology: Analyzing tissue samples for disease identification.</a:t>
            </a:r>
            <a:pPr indent="0" marL="0">
              <a:lnSpc>
                <a:spcPts val="2000"/>
              </a:lnSpc>
              <a:buNone/>
            </a:pPr>
            <a:r>
              <a:rPr lang="en-US" sz="1600" dirty="0">
                <a:solidFill>
                  <a:srgbClr val="111111"/>
                </a:solidFill>
              </a:rPr>
              <a:t>Ophthalmology: Screening for diabetic retinopathy and glaucoma.</a:t>
            </a:r>
            <a:pPr indent="0" marL="0">
              <a:lnSpc>
                <a:spcPts val="2000"/>
              </a:lnSpc>
              <a:buNone/>
            </a:pPr>
            <a:r>
              <a:rPr lang="en-US" sz="1600" dirty="0">
                <a:solidFill>
                  <a:srgbClr val="111111"/>
                </a:solidFill>
              </a:rPr>
              <a:t>Dermatology: Identifying skin cancer from images.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AI in Drug Discovery and Development</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AI Healthcare: Accelerating the Path to New Treatments</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The traditional drug discovery process is lengthy and expensive. AI can significantly speed up this process by identifying potential drug candidates, predicting their efficacy, and optimizing clinical trial design.</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Identifying novel drug targets.</a:t>
            </a:r>
            <a:pPr indent="0" marL="0">
              <a:lnSpc>
                <a:spcPts val="2000"/>
              </a:lnSpc>
              <a:buNone/>
            </a:pPr>
            <a:r>
              <a:rPr lang="en-US" sz="1600" dirty="0">
                <a:solidFill>
                  <a:srgbClr val="111111"/>
                </a:solidFill>
              </a:rPr>
              <a:t>Predicting drug-target interactions.</a:t>
            </a:r>
            <a:pPr indent="0" marL="0">
              <a:lnSpc>
                <a:spcPts val="2000"/>
              </a:lnSpc>
              <a:buNone/>
            </a:pPr>
            <a:r>
              <a:rPr lang="en-US" sz="1600" dirty="0">
                <a:solidFill>
                  <a:srgbClr val="111111"/>
                </a:solidFill>
              </a:rPr>
              <a:t>Designing new molecules with desired properties.</a:t>
            </a:r>
            <a:pPr indent="0" marL="0">
              <a:lnSpc>
                <a:spcPts val="2000"/>
              </a:lnSpc>
              <a:buNone/>
            </a:pPr>
            <a:r>
              <a:rPr lang="en-US" sz="1600" dirty="0">
                <a:solidFill>
                  <a:srgbClr val="111111"/>
                </a:solidFill>
              </a:rPr>
              <a:t>Optimizing clinical trial recruitment and design.</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Personalized Medicine with AI</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AI Healthcare: Tailoring Treatments to Individual Patients</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AI enables a shift towards personalized medicine by analyzing vast amounts of patient data, including genetics, lifestyle, and medical history, to create customized treatment plans.</a:t>
            </a:r>
            <a:endParaRPr lang="en-US" sz="1600" dirty="0"/>
          </a:p>
        </p:txBody>
      </p:sp>
      <p:sp>
        <p:nvSpPr>
          <p:cNvPr id="5" name="Text 3"/>
          <p:cNvSpPr/>
          <p:nvPr/>
        </p:nvSpPr>
        <p:spPr>
          <a:xfrm>
            <a:off x="822960" y="3291840"/>
            <a:ext cx="6858000" cy="155448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Predicting individual response to treatments.</a:t>
            </a:r>
            <a:pPr indent="0" marL="0">
              <a:lnSpc>
                <a:spcPts val="2000"/>
              </a:lnSpc>
              <a:buNone/>
            </a:pPr>
            <a:r>
              <a:rPr lang="en-US" sz="1600" dirty="0">
                <a:solidFill>
                  <a:srgbClr val="111111"/>
                </a:solidFill>
              </a:rPr>
              <a:t>Optimizing drug dosages.</a:t>
            </a:r>
            <a:pPr indent="0" marL="0">
              <a:lnSpc>
                <a:spcPts val="2000"/>
              </a:lnSpc>
              <a:buNone/>
            </a:pPr>
            <a:r>
              <a:rPr lang="en-US" sz="1600" dirty="0">
                <a:solidFill>
                  <a:srgbClr val="111111"/>
                </a:solidFill>
              </a:rPr>
              <a:t>Identifying patients at high risk for certain diseases.</a:t>
            </a:r>
            <a:pPr indent="0" marL="0">
              <a:lnSpc>
                <a:spcPts val="2000"/>
              </a:lnSpc>
              <a:buNone/>
            </a:pPr>
            <a:r>
              <a:rPr lang="en-US" sz="1600" dirty="0">
                <a:solidFill>
                  <a:srgbClr val="111111"/>
                </a:solidFill>
              </a:rPr>
              <a:t>Developing targeted therapies.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Challenges and Future of AI in Healthcare</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AI Healthcare: Navigating the Road Ahead</a:t>
            </a:r>
            <a:endParaRPr lang="en-US" sz="2000" dirty="0"/>
          </a:p>
        </p:txBody>
      </p:sp>
      <p:sp>
        <p:nvSpPr>
          <p:cNvPr id="4" name="Text 2"/>
          <p:cNvSpPr/>
          <p:nvPr/>
        </p:nvSpPr>
        <p:spPr>
          <a:xfrm>
            <a:off x="640080" y="1737360"/>
            <a:ext cx="7772400" cy="1280160"/>
          </a:xfrm>
          <a:prstGeom prst="rect">
            <a:avLst/>
          </a:prstGeom>
          <a:noFill/>
          <a:ln/>
        </p:spPr>
        <p:txBody>
          <a:bodyPr wrap="square" rtlCol="0" anchor="t">
            <a:spAutoFit/>
          </a:bodyPr>
          <a:lstStyle/>
          <a:p>
            <a:pPr indent="0" marL="0">
              <a:lnSpc>
                <a:spcPts val="2200"/>
              </a:lnSpc>
              <a:buNone/>
            </a:pPr>
            <a:r>
              <a:rPr lang="en-US" sz="1600" dirty="0">
                <a:solidFill>
                  <a:srgbClr val="333333"/>
                </a:solidFill>
              </a:rPr>
              <a:t>While the potential of AI in healthcare is immense, several challenges need to be addressed, including data privacy, regulatory hurdles, and ethical considerations. However, the future promises even more sophisticated AI applications.</a:t>
            </a:r>
            <a:endParaRPr lang="en-US" sz="1600" dirty="0"/>
          </a:p>
        </p:txBody>
      </p:sp>
      <p:sp>
        <p:nvSpPr>
          <p:cNvPr id="5" name="Text 3"/>
          <p:cNvSpPr/>
          <p:nvPr/>
        </p:nvSpPr>
        <p:spPr>
          <a:xfrm>
            <a:off x="822960" y="3291840"/>
            <a:ext cx="6858000" cy="1874520"/>
          </a:xfrm>
          <a:prstGeom prst="rect">
            <a:avLst/>
          </a:prstGeom>
          <a:noFill/>
          <a:ln/>
        </p:spPr>
        <p:txBody>
          <a:bodyPr wrap="square" rtlCol="0" anchor="ctr"/>
          <a:lstStyle/>
          <a:p>
            <a:pPr marL="342900" indent="-342900">
              <a:lnSpc>
                <a:spcPts val="2000"/>
              </a:lnSpc>
              <a:buSzPct val="100000"/>
              <a:buChar char="•"/>
            </a:pPr>
            <a:r>
              <a:rPr lang="en-US" sz="1600" dirty="0">
                <a:solidFill>
                  <a:srgbClr val="111111"/>
                </a:solidFill>
              </a:rPr>
              <a:t>Ensuring data security and patient privacy.</a:t>
            </a:r>
            <a:pPr indent="0" marL="0">
              <a:lnSpc>
                <a:spcPts val="2000"/>
              </a:lnSpc>
              <a:buNone/>
            </a:pPr>
            <a:r>
              <a:rPr lang="en-US" sz="1600" dirty="0">
                <a:solidFill>
                  <a:srgbClr val="111111"/>
                </a:solidFill>
              </a:rPr>
              <a:t>Establishing clear regulatory frameworks.</a:t>
            </a:r>
            <a:pPr indent="0" marL="0">
              <a:lnSpc>
                <a:spcPts val="2000"/>
              </a:lnSpc>
              <a:buNone/>
            </a:pPr>
            <a:r>
              <a:rPr lang="en-US" sz="1600" dirty="0">
                <a:solidFill>
                  <a:srgbClr val="111111"/>
                </a:solidFill>
              </a:rPr>
              <a:t>Addressing ethical implications and bias.</a:t>
            </a:r>
            <a:pPr indent="0" marL="0">
              <a:lnSpc>
                <a:spcPts val="2000"/>
              </a:lnSpc>
              <a:buNone/>
            </a:pPr>
            <a:r>
              <a:rPr lang="en-US" sz="1600" dirty="0">
                <a:solidFill>
                  <a:srgbClr val="111111"/>
                </a:solidFill>
              </a:rPr>
              <a:t>Promoting collaboration between AI developers and healthcare professionals.</a:t>
            </a:r>
            <a:pPr indent="0" marL="0">
              <a:lnSpc>
                <a:spcPts val="2000"/>
              </a:lnSpc>
              <a:buNone/>
            </a:pPr>
            <a:r>
              <a:rPr lang="en-US" sz="1600" dirty="0">
                <a:solidFill>
                  <a:srgbClr val="111111"/>
                </a:solidFill>
              </a:rPr>
              <a:t>Continuous research and development for advanced AI tools.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2025-11-01T19:20:47Z</dcterms:created>
  <dcterms:modified xsi:type="dcterms:W3CDTF">2025-11-01T19:20:47Z</dcterms:modified>
</cp:coreProperties>
</file>