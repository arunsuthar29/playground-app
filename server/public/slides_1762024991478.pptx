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286000"/>
            <a:ext cx="8229600" cy="0"/>
          </a:xfrm>
          <a:prstGeom prst="rect">
            <a:avLst/>
          </a:prstGeom>
          <a:noFill/>
          <a:ln/>
        </p:spPr>
        <p:txBody>
          <a:bodyPr wrap="square" rtlCol="0" anchor="ctr"/>
          <a:lstStyle/>
          <a:p>
            <a:pPr algn="ctr" indent="0" marL="0">
              <a:buNone/>
            </a:pPr>
            <a:r>
              <a:rPr lang="en-US" sz="4000" b="1" dirty="0">
                <a:solidFill>
                  <a:srgbClr val="003366"/>
                </a:solidFill>
              </a:rPr>
              <a:t>Introduction to AI in Healthcare</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Welcome to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The Dawn of a New Era</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Artificial Intelligence (AI) is rapidly transforming the healthcare landscape, promising to revolutionize patient care, diagnostics, drug discovery, and operational efficiency. This presentation will explore the fundamental concepts of AI and its burgeoning applications within the medical field.</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Understanding AI basics</a:t>
            </a:r>
            <a:pPr indent="0" marL="0">
              <a:lnSpc>
                <a:spcPts val="2000"/>
              </a:lnSpc>
              <a:buNone/>
            </a:pPr>
            <a:r>
              <a:rPr lang="en-US" sz="1600" dirty="0">
                <a:solidFill>
                  <a:srgbClr val="111111"/>
                </a:solidFill>
              </a:rPr>
              <a:t>Key applications in healthcare</a:t>
            </a:r>
            <a:pPr indent="0" marL="0">
              <a:lnSpc>
                <a:spcPts val="2000"/>
              </a:lnSpc>
              <a:buNone/>
            </a:pPr>
            <a:r>
              <a:rPr lang="en-US" sz="1600" dirty="0">
                <a:solidFill>
                  <a:srgbClr val="111111"/>
                </a:solidFill>
              </a:rPr>
              <a:t>Benefits and challenges</a:t>
            </a:r>
            <a:pPr indent="0" marL="0">
              <a:lnSpc>
                <a:spcPts val="2000"/>
              </a:lnSpc>
              <a:buNone/>
            </a:pPr>
            <a:r>
              <a:rPr lang="en-US" sz="1600" dirty="0">
                <a:solidFill>
                  <a:srgbClr val="111111"/>
                </a:solidFill>
              </a:rPr>
              <a:t>The future outlook</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What is Artificial Intelligence?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Defining Intelligence in Machines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Artificial Intelligence refers to the simulation of human intelligence processes by machines, especially computer systems. These processes include learning (the acquisition of information and rules for using the information), reasoning (using rules to reach approximate or definite conclusions), and self-correction. Machine Learning and Deep Learning are key subfields driving AI advancements.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Machine Learning: Algorithms that learn from data without explicit programming.</a:t>
            </a:r>
            <a:pPr indent="0" marL="0">
              <a:lnSpc>
                <a:spcPts val="2000"/>
              </a:lnSpc>
              <a:buNone/>
            </a:pPr>
            <a:r>
              <a:rPr lang="en-US" sz="1600" dirty="0">
                <a:solidFill>
                  <a:srgbClr val="111111"/>
                </a:solidFill>
              </a:rPr>
              <a:t>Deep Learning: A subset of ML using neural networks with multiple layers.</a:t>
            </a:r>
            <a:pPr indent="0" marL="0">
              <a:lnSpc>
                <a:spcPts val="2000"/>
              </a:lnSpc>
              <a:buNone/>
            </a:pPr>
            <a:r>
              <a:rPr lang="en-US" sz="1600" dirty="0">
                <a:solidFill>
                  <a:srgbClr val="111111"/>
                </a:solidFill>
              </a:rPr>
              <a:t>Natural Language Processing (NLP): Enabling computers to understand human language.</a:t>
            </a:r>
            <a:pPr indent="0" marL="0">
              <a:lnSpc>
                <a:spcPts val="2000"/>
              </a:lnSpc>
              <a:buNone/>
            </a:pPr>
            <a:r>
              <a:rPr lang="en-US" sz="1600" dirty="0">
                <a:solidFill>
                  <a:srgbClr val="111111"/>
                </a:solidFill>
              </a:rPr>
              <a:t>Computer Vision: Allowing machines to 'see' and interpret images.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Applications in Diagnostics</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Enhancing Diagnostic Accuracy</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AI is proving invaluable in improving the speed and accuracy of medical diagnoses. By analyzing vast amounts of medical data, including images, genetic sequences, and patient records, AI algorithms can identify patterns that might be missed by human observation, leading to earlier and more precise diagnoses.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Radiology: Detecting anomalies in X-rays, CT scans, and MRIs.</a:t>
            </a:r>
            <a:pPr indent="0" marL="0">
              <a:lnSpc>
                <a:spcPts val="2000"/>
              </a:lnSpc>
              <a:buNone/>
            </a:pPr>
            <a:r>
              <a:rPr lang="en-US" sz="1600" dirty="0">
                <a:solidFill>
                  <a:srgbClr val="111111"/>
                </a:solidFill>
              </a:rPr>
              <a:t>Pathology: Analyzing tissue samples for disease identification.</a:t>
            </a:r>
            <a:pPr indent="0" marL="0">
              <a:lnSpc>
                <a:spcPts val="2000"/>
              </a:lnSpc>
              <a:buNone/>
            </a:pPr>
            <a:r>
              <a:rPr lang="en-US" sz="1600" dirty="0">
                <a:solidFill>
                  <a:srgbClr val="111111"/>
                </a:solidFill>
              </a:rPr>
              <a:t>Ophthalmology: Screening for conditions like diabetic retinopathy.</a:t>
            </a:r>
            <a:pPr indent="0" marL="0">
              <a:lnSpc>
                <a:spcPts val="2000"/>
              </a:lnSpc>
              <a:buNone/>
            </a:pPr>
            <a:r>
              <a:rPr lang="en-US" sz="1600" dirty="0">
                <a:solidFill>
                  <a:srgbClr val="111111"/>
                </a:solidFill>
              </a:rPr>
              <a:t>Dermatology: Identifying skin cancers from images.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in Drug Discovery and Development</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Accelerating Innovation</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The process of discovering and developing new drugs is notoriously long, expensive, and prone to failure. AI is significantly streamlining this process by predicting drug efficacy, identifying potential drug candidates, and optimizing clinical trial design. This can lead to faster access to life-saving treatments.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Identifying novel drug targets.</a:t>
            </a:r>
            <a:pPr indent="0" marL="0">
              <a:lnSpc>
                <a:spcPts val="2000"/>
              </a:lnSpc>
              <a:buNone/>
            </a:pPr>
            <a:r>
              <a:rPr lang="en-US" sz="1600" dirty="0">
                <a:solidFill>
                  <a:srgbClr val="111111"/>
                </a:solidFill>
              </a:rPr>
              <a:t>Predicting molecular interactions and efficacy.</a:t>
            </a:r>
            <a:pPr indent="0" marL="0">
              <a:lnSpc>
                <a:spcPts val="2000"/>
              </a:lnSpc>
              <a:buNone/>
            </a:pPr>
            <a:r>
              <a:rPr lang="en-US" sz="1600" dirty="0">
                <a:solidFill>
                  <a:srgbClr val="111111"/>
                </a:solidFill>
              </a:rPr>
              <a:t>Designing new drug compounds.</a:t>
            </a:r>
            <a:pPr indent="0" marL="0">
              <a:lnSpc>
                <a:spcPts val="2000"/>
              </a:lnSpc>
              <a:buNone/>
            </a:pPr>
            <a:r>
              <a:rPr lang="en-US" sz="1600" dirty="0">
                <a:solidFill>
                  <a:srgbClr val="111111"/>
                </a:solidFill>
              </a:rPr>
              <a:t>Optimizing clinical trial participant selection.</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Benefits and Challenges of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Navigating the Future</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The integration of AI into healthcare offers immense potential for improving patient outcomes and operational efficiency. However, it also presents significant challenges that need careful consideration and proactive solutions to ensure responsible and equitable implementation.</a:t>
            </a:r>
            <a:endParaRPr lang="en-US" sz="1600" dirty="0"/>
          </a:p>
        </p:txBody>
      </p:sp>
      <p:sp>
        <p:nvSpPr>
          <p:cNvPr id="5" name="Text 3"/>
          <p:cNvSpPr/>
          <p:nvPr/>
        </p:nvSpPr>
        <p:spPr>
          <a:xfrm>
            <a:off x="822960" y="3291840"/>
            <a:ext cx="6858000" cy="91440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Benefits: Improved accuracy, faster diagnoses, personalized medicine, reduced costs, increased accessibility.</a:t>
            </a:r>
            <a:pPr indent="0" marL="0">
              <a:lnSpc>
                <a:spcPts val="2000"/>
              </a:lnSpc>
              <a:buNone/>
            </a:pPr>
            <a:r>
              <a:rPr lang="en-US" sz="1600" dirty="0">
                <a:solidFill>
                  <a:srgbClr val="111111"/>
                </a:solidFill>
              </a:rPr>
              <a:t>Challenges: Data privacy and security, ethical considerations, regulatory hurdles, bias in algorithms, workforce training.</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2025-11-01T19:23:11Z</dcterms:created>
  <dcterms:modified xsi:type="dcterms:W3CDTF">2025-11-01T19:23:11Z</dcterms:modified>
</cp:coreProperties>
</file>