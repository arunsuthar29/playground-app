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Introduction to AI in Healthcare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AI for Enhanced Diagnostics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Personalized Medicine with AI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AI in Drug Discovery and Development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Challenges and Future of AI in Healthcare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2025-11-01T18:53:11Z</dcterms:created>
  <dcterms:modified xsi:type="dcterms:W3CDTF">2025-11-01T18:53:11Z</dcterms:modified>
</cp:coreProperties>
</file>