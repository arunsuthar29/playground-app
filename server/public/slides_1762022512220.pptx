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Art of Effective Communication: Building Bridges, Not Walls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Understanding the Communication Process: The Sender-Message-Receiver Model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Power of Active Listening: Hearing What's Truly Said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Non-Verbal Communication: The Unspoken Language of Connection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Clarity and Conciseness: Getting Your Point Across Effectively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Empathy and Emotional Intelligence: Connecting on a Deeper Level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Overcoming Communication Barriers: Navigating Challenges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Communication in the Digital Age: Navigating Online Interactions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Constructive Feedback: Fueling Growth and Improvement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Conclusion: Continuous Improvement in Communication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2025-11-01T18:41:52Z</dcterms:created>
  <dcterms:modified xsi:type="dcterms:W3CDTF">2025-11-01T18:41:52Z</dcterms:modified>
</cp:coreProperties>
</file>