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AI in Healthcare: Revolutionizing Patient Care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Key Applications of AI in Healthcare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Benefits of AI in Healthcare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Challenges and Considerations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The Future of AI in Healthcare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2025-11-01T18:39:48Z</dcterms:created>
  <dcterms:modified xsi:type="dcterms:W3CDTF">2025-11-01T18:39:48Z</dcterms:modified>
</cp:coreProperties>
</file>