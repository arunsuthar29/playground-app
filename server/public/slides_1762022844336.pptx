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Welcome to the Beautiful Game!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What is Football?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A Brief History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The Playing Field: The Pitch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Basic Rules of the Game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Key Positions on the Field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The Ball: The Heart of the Game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Global Impact &amp; Popularity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Get Involved!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Thank You &amp; Questions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2025-11-01T18:47:24Z</dcterms:created>
  <dcterms:modified xsi:type="dcterms:W3CDTF">2025-11-01T18:47:24Z</dcterms:modified>
</cp:coreProperties>
</file>